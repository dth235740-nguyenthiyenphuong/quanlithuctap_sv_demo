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80" r:id="rId11"/>
    <p:sldId id="281" r:id="rId12"/>
    <p:sldId id="278" r:id="rId13"/>
    <p:sldId id="265" r:id="rId14"/>
    <p:sldId id="27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98" d="100"/>
          <a:sy n="98" d="100"/>
        </p:scale>
        <p:origin x="5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BCEA-8090-448D-AC8B-B0B4DC160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D3E30-18D9-442D-A9F4-1FF9E813A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3EA90-9683-4E57-9DEC-52ADAAC9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0EBBC-AA12-4EE9-A191-34BDCE13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DE1C4-C81F-416E-A789-C98C3C96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0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5DAFB-8B2E-4F12-BC33-B88CC1AB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FD530-D9F4-4D67-A85C-235E4E9E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4FC5F-2218-49F5-8A9C-812BF1D5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1F2FB-61C4-4B47-B4B3-26565041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B48A4-81CA-41C8-AAA3-DACDAB2F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48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58AF-3381-4CBD-AA8A-4A90C626E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7D7B6-5E21-4F0F-8656-66DC3E94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4010E-A0F2-4BE7-B639-9A66AD3E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76DA-5F94-4B2B-8992-05622DDF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1E984-9BF8-476C-BACC-6E291A1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1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960D-52C1-43F0-B807-ACB3610D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9D27A-7043-4188-84FA-F72B0A26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64795-D111-4251-ACCE-5407C66A5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7246A-F570-44E1-8EEB-CEF7283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579DE-BBD3-4D86-B5EF-7F5B7751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0410D-EC9D-4044-B417-CED9B620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2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87F5-FD17-48F3-ACA1-D91A34269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94DC5-9D2E-451F-945B-2A25748D6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A8470-1FF2-4554-BC54-0ACFC97C9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CD54C-6E99-44A8-91B0-3F1F65A94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93223-55D2-4CB7-9EB8-9A97006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432D7-0C87-4D37-9C75-B2F03401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66D8E-1514-48A2-B21A-780A236B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CDDB5-48C9-4E34-9E41-602891B5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98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7A2E-FEF2-44AD-8665-27931A39E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F00CD-3DFD-49A0-9093-87A4E626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44E567-5D19-4CB7-AA2A-743C430B0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F5A94-4170-44DE-BE47-53131C1D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6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48E18-338C-453A-B648-5D4A1821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B7A89C-4818-473C-AD30-9F68F990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8BAC4-BB14-4F60-A3B3-EE5C0610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1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1A8D-0356-47A0-8C1E-C774F95C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BDFF1-765D-48C1-A4C0-0B497F1C0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F7393-1504-405D-987F-4AC05BD17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A8916-EEA9-402B-B0E4-968A6C23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E5CAA-2D56-4894-A4F6-09D39FA3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EC99F-79B5-4316-9C0F-9CE33E02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0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3DEA-B17B-4FDF-8C2D-9FE1084D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EBA8D-3D57-4337-9E7F-2539B9436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21097-01E1-4104-A4B6-B97FB80E2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0A4CC-D0E1-4A3D-9956-DEC8E63E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9EBF2-BA3C-41A3-9754-42F81160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DBC42-4DCE-4AD5-853F-D0539C6F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88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FCA0-D629-4BD3-9BCD-62620708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A73ED-B24C-4896-948B-C2076261C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F8E48-2B1C-46D3-BEC9-5DB2BE23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9CE3-2580-4C51-AA53-A71F0341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A2B4-3391-4A4A-9BAE-956A0906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1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6F7396-89CD-4F53-B905-62BEA8993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4769A-87CD-4C09-B23C-658309F38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14B82-82BC-4B69-A621-EE11C162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94688-94A7-423B-814A-D54F1CA8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4365-3FD2-40F2-B21A-690F08D1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3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487C0-88D9-43C0-A9C7-CB512B85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9DB76-7ED2-4F59-B590-B289B67CA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5D436-BD06-4530-90C9-D5200DD6D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253A8-DF1A-40D9-BC2B-CEAA2BC539C2}" type="datetimeFigureOut">
              <a:rPr lang="en-US" smtClean="0"/>
              <a:t>26/11/2025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9F992-F210-46D7-A995-703ADAB6D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C1C8-9130-4FC6-9DB5-ABFB9642E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39658-362A-4391-BF42-6418F59ED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9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11A731-CE09-4B0C-80A4-871A1AD75615}"/>
              </a:ext>
            </a:extLst>
          </p:cNvPr>
          <p:cNvSpPr txBox="1"/>
          <p:nvPr/>
        </p:nvSpPr>
        <p:spPr>
          <a:xfrm>
            <a:off x="4214069" y="90792"/>
            <a:ext cx="3763863" cy="1211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 ĐẠI HỌC AN GIANG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KHOA CÔNG NGHỆ THÔNG TIN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A158C-7331-47AF-A73F-D4D21EF5E292}"/>
              </a:ext>
            </a:extLst>
          </p:cNvPr>
          <p:cNvSpPr txBox="1"/>
          <p:nvPr/>
        </p:nvSpPr>
        <p:spPr>
          <a:xfrm>
            <a:off x="1207851" y="2089146"/>
            <a:ext cx="9776299" cy="2679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 CÁO ĐỒ ÁN</a:t>
            </a: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 TRÌNH.NET (TIE501)</a:t>
            </a: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XÂY DỰNG ỨNG DỤNG QUẢN LÍ SINH VIÊN THỰC TẬP VỚI C#, WINFORM VÀ MYSQL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0FE43-04C8-4ACE-BEB0-68A708BCD803}"/>
              </a:ext>
            </a:extLst>
          </p:cNvPr>
          <p:cNvSpPr txBox="1"/>
          <p:nvPr/>
        </p:nvSpPr>
        <p:spPr>
          <a:xfrm>
            <a:off x="2542162" y="5482559"/>
            <a:ext cx="7107677" cy="1375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dẫn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Nguyễn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Ngọc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Minh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DTH235728.Đào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Huỳnh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Phát.DH24TH2_Nhóm 2_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TH2</a:t>
            </a:r>
            <a:endParaRPr lang="en-US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DTH235740.Nguyễn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Thị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Yến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Phương.DH24TH2_Nhóm 2_Tổ TH2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5661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BB7FA0-5869-4140-B24E-22C507F9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02" y="2888481"/>
            <a:ext cx="10860797" cy="108103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9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AC50A1-24F3-4A53-875B-7FD8CA60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Giao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FEB0C4-255E-439A-8BF9-7CD5C9760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5680" y="1973838"/>
            <a:ext cx="6020640" cy="3600953"/>
          </a:xfrm>
        </p:spPr>
      </p:pic>
    </p:spTree>
    <p:extLst>
      <p:ext uri="{BB962C8B-B14F-4D97-AF65-F5344CB8AC3E}">
        <p14:creationId xmlns:p14="http://schemas.microsoft.com/office/powerpoint/2010/main" val="411925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124758-EEC3-49F3-9D78-1CC345D7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user: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2A50DA-249A-4E5D-AA5D-1BD783BD35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User Admin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DC77A-80B5-455E-9B2B-8CCE792B91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042A-2CA3-4E78-9764-BD2D693F4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8" y="2360579"/>
            <a:ext cx="4941523" cy="2944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FBD51-04CF-47CC-AFCA-CC442CE93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860" y="2345942"/>
            <a:ext cx="4941523" cy="295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9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45D260-D3B4-4FAF-9972-96713B99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user: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23D557-E7FB-4F08-8DBC-402144DB16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công</a:t>
            </a:r>
            <a:r>
              <a:rPr lang="en-US" dirty="0"/>
              <a:t> ty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8B8E97-B3EF-4BC7-B57D-EFD73CFBCC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5D1C72-29B9-410E-A646-C8710BEA8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86724"/>
            <a:ext cx="4941522" cy="32327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73F9F1-38A0-44FB-B9BB-7A5AA4A3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229" y="2286724"/>
            <a:ext cx="4923542" cy="294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5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BB7FA0-5869-4140-B24E-22C507F9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02" y="2888481"/>
            <a:ext cx="10860797" cy="108103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II.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0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8FBF-5CBC-4871-87A8-AE70439A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Giao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B3AD31-9FED-4503-B842-E0D724263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533" y="2022584"/>
            <a:ext cx="4702933" cy="281283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241DFB-6135-4E20-8003-73631EEE0F76}"/>
              </a:ext>
            </a:extLst>
          </p:cNvPr>
          <p:cNvSpPr/>
          <p:nvPr/>
        </p:nvSpPr>
        <p:spPr>
          <a:xfrm>
            <a:off x="5090809" y="2846962"/>
            <a:ext cx="667966" cy="2464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34586-8375-4F1E-BDA9-D64EF540C8F8}"/>
              </a:ext>
            </a:extLst>
          </p:cNvPr>
          <p:cNvSpPr/>
          <p:nvPr/>
        </p:nvSpPr>
        <p:spPr>
          <a:xfrm>
            <a:off x="5090809" y="3302075"/>
            <a:ext cx="667966" cy="2464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F2095-DDCB-4E13-8F69-5E6EB2E52B80}"/>
              </a:ext>
            </a:extLst>
          </p:cNvPr>
          <p:cNvSpPr txBox="1"/>
          <p:nvPr/>
        </p:nvSpPr>
        <p:spPr>
          <a:xfrm>
            <a:off x="1055842" y="2447065"/>
            <a:ext cx="1664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0F2AD3-B3D6-44FD-A991-F2F07FE7674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720465" y="2770231"/>
            <a:ext cx="2370344" cy="1999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BF635E-D148-422D-9004-86F529B83E52}"/>
              </a:ext>
            </a:extLst>
          </p:cNvPr>
          <p:cNvSpPr txBox="1"/>
          <p:nvPr/>
        </p:nvSpPr>
        <p:spPr>
          <a:xfrm>
            <a:off x="343563" y="3579631"/>
            <a:ext cx="3089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dung</a:t>
            </a:r>
            <a:br>
              <a:rPr lang="en-US" dirty="0"/>
            </a:b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tang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C897BE-5408-4035-BC7B-728E9576242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388431" y="3425292"/>
            <a:ext cx="1702378" cy="5094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15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B28359-58E2-4EE8-9B9D-2B8B202D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Giao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DC3CAB-0F2C-4266-AA1B-5A13DECAB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1B893-6831-41FB-80B9-F7296266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>
            <a:normAutofit/>
          </a:bodyPr>
          <a:lstStyle/>
          <a:p>
            <a:r>
              <a:rPr lang="en-US" sz="1800" dirty="0" err="1"/>
              <a:t>Cửa</a:t>
            </a:r>
            <a:r>
              <a:rPr lang="en-US" sz="1800" dirty="0"/>
              <a:t> </a:t>
            </a:r>
            <a:r>
              <a:rPr lang="en-US" sz="1800" dirty="0" err="1"/>
              <a:t>sổ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sai</a:t>
            </a:r>
            <a:r>
              <a:rPr lang="en-US" sz="1800" dirty="0"/>
              <a:t> </a:t>
            </a:r>
            <a:r>
              <a:rPr lang="en-US" sz="1800" dirty="0" err="1"/>
              <a:t>tên</a:t>
            </a:r>
            <a:r>
              <a:rPr lang="en-US" sz="1800" dirty="0"/>
              <a:t> </a:t>
            </a:r>
            <a:r>
              <a:rPr lang="en-US" sz="1800" dirty="0" err="1"/>
              <a:t>đăng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mật</a:t>
            </a:r>
            <a:r>
              <a:rPr lang="en-US" sz="1800" dirty="0"/>
              <a:t> </a:t>
            </a:r>
            <a:r>
              <a:rPr lang="en-US" sz="1800" dirty="0" err="1"/>
              <a:t>khẩu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ra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E4F9C-1AB0-4F10-ABF5-07DDAE5DC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D5F449-D16D-4942-86B9-A89E06BCFDA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Cửa</a:t>
            </a:r>
            <a:r>
              <a:rPr lang="en-US" sz="1800" dirty="0"/>
              <a:t> </a:t>
            </a:r>
            <a:r>
              <a:rPr lang="en-US" sz="1800" dirty="0" err="1"/>
              <a:t>sổ</a:t>
            </a:r>
            <a:r>
              <a:rPr lang="en-US" sz="1800" dirty="0"/>
              <a:t> </a:t>
            </a:r>
            <a:r>
              <a:rPr lang="en-US" sz="1800" dirty="0" err="1"/>
              <a:t>thông</a:t>
            </a:r>
            <a:r>
              <a:rPr lang="en-US" sz="1800" dirty="0"/>
              <a:t> </a:t>
            </a:r>
            <a:r>
              <a:rPr lang="en-US" sz="1800" dirty="0" err="1"/>
              <a:t>báo</a:t>
            </a:r>
            <a:r>
              <a:rPr lang="en-US" sz="1800" dirty="0"/>
              <a:t> </a:t>
            </a:r>
            <a:r>
              <a:rPr lang="en-US" sz="1800" dirty="0" err="1"/>
              <a:t>đăng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thành</a:t>
            </a:r>
            <a:r>
              <a:rPr lang="en-US" sz="1800" dirty="0"/>
              <a:t> </a:t>
            </a:r>
            <a:r>
              <a:rPr lang="en-US" sz="1800" dirty="0" err="1"/>
              <a:t>công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ra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mỗi</a:t>
            </a:r>
            <a:r>
              <a:rPr lang="en-US" sz="1800" dirty="0"/>
              <a:t> user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5E4951-054B-4D87-8D3D-F841A07F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1" y="3588138"/>
            <a:ext cx="3867690" cy="21720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73B84F-15FD-4671-AB9F-3E34E9B64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002" y="3588138"/>
            <a:ext cx="3105583" cy="217200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93339B-A8D7-4A85-88C5-1365125341F2}"/>
              </a:ext>
            </a:extLst>
          </p:cNvPr>
          <p:cNvCxnSpPr/>
          <p:nvPr/>
        </p:nvCxnSpPr>
        <p:spPr>
          <a:xfrm>
            <a:off x="5765260" y="2159540"/>
            <a:ext cx="0" cy="37613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7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2EC9BC-561A-4D5E-B10C-1CB18887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Giao </a:t>
            </a:r>
            <a:r>
              <a:rPr lang="en-US" b="1" dirty="0" err="1"/>
              <a:t>diện</a:t>
            </a:r>
            <a:r>
              <a:rPr lang="en-US" b="1" dirty="0"/>
              <a:t> user Admin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5F5E1ED-796C-47D0-BF13-AEA6A6F38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5035" y="1806152"/>
            <a:ext cx="5447479" cy="3245695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9631EB-9509-491C-963F-6FCBB8ED0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37" y="2293507"/>
            <a:ext cx="2305372" cy="1324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62D901-F9EE-4242-B9CC-854E299EC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36" y="4667959"/>
            <a:ext cx="1743318" cy="129558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9DA1AEA-84BB-417F-B040-02BBC6DED8CA}"/>
              </a:ext>
            </a:extLst>
          </p:cNvPr>
          <p:cNvSpPr/>
          <p:nvPr/>
        </p:nvSpPr>
        <p:spPr>
          <a:xfrm>
            <a:off x="3035035" y="2047073"/>
            <a:ext cx="525288" cy="13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87F44A-B78A-419D-BD9D-A0DC9CFABA2C}"/>
              </a:ext>
            </a:extLst>
          </p:cNvPr>
          <p:cNvSpPr/>
          <p:nvPr/>
        </p:nvSpPr>
        <p:spPr>
          <a:xfrm>
            <a:off x="3560323" y="2048095"/>
            <a:ext cx="525288" cy="13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D5A476-4A19-4C4C-94B0-F6F2EDD075BB}"/>
              </a:ext>
            </a:extLst>
          </p:cNvPr>
          <p:cNvSpPr/>
          <p:nvPr/>
        </p:nvSpPr>
        <p:spPr>
          <a:xfrm>
            <a:off x="3035035" y="2198452"/>
            <a:ext cx="3929970" cy="12500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1BBE1A-13A1-4510-843C-18B8116581AC}"/>
              </a:ext>
            </a:extLst>
          </p:cNvPr>
          <p:cNvCxnSpPr>
            <a:stCxn id="15" idx="1"/>
          </p:cNvCxnSpPr>
          <p:nvPr/>
        </p:nvCxnSpPr>
        <p:spPr>
          <a:xfrm flipH="1">
            <a:off x="2101174" y="2113035"/>
            <a:ext cx="933861" cy="1804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03E767-A45C-4441-82F4-4F21E338E063}"/>
              </a:ext>
            </a:extLst>
          </p:cNvPr>
          <p:cNvCxnSpPr>
            <a:cxnSpLocks/>
          </p:cNvCxnSpPr>
          <p:nvPr/>
        </p:nvCxnSpPr>
        <p:spPr>
          <a:xfrm flipH="1">
            <a:off x="2131854" y="2168607"/>
            <a:ext cx="1632756" cy="25093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413E23A-02CF-4DE9-8FDB-EFAACBA9DBCE}"/>
              </a:ext>
            </a:extLst>
          </p:cNvPr>
          <p:cNvSpPr txBox="1"/>
          <p:nvPr/>
        </p:nvSpPr>
        <p:spPr>
          <a:xfrm>
            <a:off x="328937" y="1740020"/>
            <a:ext cx="27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Menustrip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: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0CE2D9-3977-47B8-980E-95CD1AF41CAE}"/>
              </a:ext>
            </a:extLst>
          </p:cNvPr>
          <p:cNvCxnSpPr>
            <a:cxnSpLocks/>
          </p:cNvCxnSpPr>
          <p:nvPr/>
        </p:nvCxnSpPr>
        <p:spPr>
          <a:xfrm>
            <a:off x="5246451" y="3466890"/>
            <a:ext cx="3968885" cy="8651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811101-F957-458E-B05D-FABDACDCAFCF}"/>
              </a:ext>
            </a:extLst>
          </p:cNvPr>
          <p:cNvSpPr txBox="1"/>
          <p:nvPr/>
        </p:nvSpPr>
        <p:spPr>
          <a:xfrm>
            <a:off x="9368583" y="4147385"/>
            <a:ext cx="2198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user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8E1441-B70B-4BC1-812C-D8C125D66118}"/>
              </a:ext>
            </a:extLst>
          </p:cNvPr>
          <p:cNvSpPr txBox="1"/>
          <p:nvPr/>
        </p:nvSpPr>
        <p:spPr>
          <a:xfrm>
            <a:off x="328937" y="5885424"/>
            <a:ext cx="1566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nút</a:t>
            </a:r>
            <a:r>
              <a:rPr lang="en-US" sz="1200" dirty="0"/>
              <a:t> </a:t>
            </a:r>
            <a:r>
              <a:rPr lang="en-US" sz="1200" dirty="0" err="1"/>
              <a:t>quản</a:t>
            </a:r>
            <a:r>
              <a:rPr lang="en-US" sz="1200" dirty="0"/>
              <a:t> </a:t>
            </a:r>
            <a:r>
              <a:rPr lang="en-US" sz="1200" dirty="0" err="1"/>
              <a:t>lí</a:t>
            </a:r>
            <a:r>
              <a:rPr lang="en-US" sz="1200" dirty="0"/>
              <a:t> </a:t>
            </a:r>
            <a:r>
              <a:rPr lang="en-US" sz="1200" dirty="0" err="1"/>
              <a:t>cơ</a:t>
            </a:r>
            <a:r>
              <a:rPr lang="en-US" sz="1200" dirty="0"/>
              <a:t> </a:t>
            </a:r>
            <a:r>
              <a:rPr lang="en-US" sz="1200" dirty="0" err="1"/>
              <a:t>bản</a:t>
            </a:r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E235F6-2B39-40C0-A2DC-CB69F463C81E}"/>
              </a:ext>
            </a:extLst>
          </p:cNvPr>
          <p:cNvSpPr txBox="1"/>
          <p:nvPr/>
        </p:nvSpPr>
        <p:spPr>
          <a:xfrm>
            <a:off x="323765" y="3578609"/>
            <a:ext cx="1915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nút</a:t>
            </a:r>
            <a:r>
              <a:rPr lang="en-US" sz="1200" dirty="0"/>
              <a:t> </a:t>
            </a:r>
            <a:r>
              <a:rPr lang="en-US" sz="1200" dirty="0" err="1"/>
              <a:t>quản</a:t>
            </a:r>
            <a:r>
              <a:rPr lang="en-US" sz="1200" dirty="0"/>
              <a:t> </a:t>
            </a:r>
            <a:r>
              <a:rPr lang="en-US" sz="1200" dirty="0" err="1"/>
              <a:t>lí</a:t>
            </a:r>
            <a:r>
              <a:rPr lang="en-US" sz="1200" dirty="0"/>
              <a:t> user </a:t>
            </a:r>
            <a:r>
              <a:rPr lang="en-US" sz="1200" dirty="0" err="1"/>
              <a:t>hiện</a:t>
            </a:r>
            <a:r>
              <a:rPr lang="en-US" sz="1200" dirty="0"/>
              <a:t> </a:t>
            </a:r>
            <a:r>
              <a:rPr lang="en-US" sz="1200" dirty="0" err="1"/>
              <a:t>tại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3927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229E95-6AB1-406C-8F18-7CCF2A61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806" y="2300530"/>
            <a:ext cx="5033585" cy="299909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F2EC9BC-561A-4D5E-B10C-1CB18887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Giao </a:t>
            </a:r>
            <a:r>
              <a:rPr lang="en-US" b="1" dirty="0" err="1"/>
              <a:t>diện</a:t>
            </a:r>
            <a:r>
              <a:rPr lang="en-US" b="1" dirty="0"/>
              <a:t> user Admin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62D901-F9EE-4242-B9CC-854E299E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7" y="4470549"/>
            <a:ext cx="1743318" cy="12955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87F44A-B78A-419D-BD9D-A0DC9CFABA2C}"/>
              </a:ext>
            </a:extLst>
          </p:cNvPr>
          <p:cNvSpPr/>
          <p:nvPr/>
        </p:nvSpPr>
        <p:spPr>
          <a:xfrm>
            <a:off x="3501966" y="2529767"/>
            <a:ext cx="525288" cy="13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D5A476-4A19-4C4C-94B0-F6F2EDD075BB}"/>
              </a:ext>
            </a:extLst>
          </p:cNvPr>
          <p:cNvSpPr/>
          <p:nvPr/>
        </p:nvSpPr>
        <p:spPr>
          <a:xfrm>
            <a:off x="3072806" y="3802949"/>
            <a:ext cx="3567943" cy="13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03E767-A45C-4441-82F4-4F21E338E063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2131854" y="2661690"/>
            <a:ext cx="1632756" cy="20162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0CE2D9-3977-47B8-980E-95CD1AF41CA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640749" y="3868911"/>
            <a:ext cx="2574587" cy="4631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811101-F957-458E-B05D-FABDACDCAFCF}"/>
              </a:ext>
            </a:extLst>
          </p:cNvPr>
          <p:cNvSpPr txBox="1"/>
          <p:nvPr/>
        </p:nvSpPr>
        <p:spPr>
          <a:xfrm>
            <a:off x="9368583" y="4147385"/>
            <a:ext cx="2198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user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C1F46-36F9-42C4-A187-2A7708E63286}"/>
              </a:ext>
            </a:extLst>
          </p:cNvPr>
          <p:cNvSpPr txBox="1"/>
          <p:nvPr/>
        </p:nvSpPr>
        <p:spPr>
          <a:xfrm>
            <a:off x="3998202" y="24096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F5F83-9507-451D-825F-A55396529C1A}"/>
              </a:ext>
            </a:extLst>
          </p:cNvPr>
          <p:cNvSpPr txBox="1"/>
          <p:nvPr/>
        </p:nvSpPr>
        <p:spPr>
          <a:xfrm>
            <a:off x="1394298" y="4749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D20D4-2669-4376-8208-E0B20C7D446B}"/>
              </a:ext>
            </a:extLst>
          </p:cNvPr>
          <p:cNvSpPr/>
          <p:nvPr/>
        </p:nvSpPr>
        <p:spPr>
          <a:xfrm>
            <a:off x="792386" y="4867712"/>
            <a:ext cx="601911" cy="250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D5E3E-0EA2-4820-91ED-FE46BD913A55}"/>
              </a:ext>
            </a:extLst>
          </p:cNvPr>
          <p:cNvSpPr txBox="1"/>
          <p:nvPr/>
        </p:nvSpPr>
        <p:spPr>
          <a:xfrm>
            <a:off x="2533040" y="1674934"/>
            <a:ext cx="642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them user(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F98D9-CCDE-4C6D-9CE2-9AA1A66AA25B}"/>
              </a:ext>
            </a:extLst>
          </p:cNvPr>
          <p:cNvSpPr txBox="1"/>
          <p:nvPr/>
        </p:nvSpPr>
        <p:spPr>
          <a:xfrm>
            <a:off x="9141117" y="41473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23114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EDDB0B-525F-4BCC-A291-A5792023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232" y="2262426"/>
            <a:ext cx="5879570" cy="350314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F2EC9BC-561A-4D5E-B10C-1CB18887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Giao </a:t>
            </a:r>
            <a:r>
              <a:rPr lang="en-US" b="1" dirty="0" err="1"/>
              <a:t>diện</a:t>
            </a:r>
            <a:r>
              <a:rPr lang="en-US" b="1" dirty="0"/>
              <a:t> user Admin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62D901-F9EE-4242-B9CC-854E299EC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37" y="4470549"/>
            <a:ext cx="1743318" cy="129558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587F44A-B78A-419D-BD9D-A0DC9CFABA2C}"/>
              </a:ext>
            </a:extLst>
          </p:cNvPr>
          <p:cNvSpPr/>
          <p:nvPr/>
        </p:nvSpPr>
        <p:spPr>
          <a:xfrm>
            <a:off x="3501966" y="2529767"/>
            <a:ext cx="525288" cy="1319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D5A476-4A19-4C4C-94B0-F6F2EDD075BB}"/>
              </a:ext>
            </a:extLst>
          </p:cNvPr>
          <p:cNvSpPr/>
          <p:nvPr/>
        </p:nvSpPr>
        <p:spPr>
          <a:xfrm>
            <a:off x="2948232" y="2940931"/>
            <a:ext cx="4159445" cy="207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03E767-A45C-4441-82F4-4F21E338E063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2131854" y="2661690"/>
            <a:ext cx="1632756" cy="20162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0CE2D9-3977-47B8-980E-95CD1AF41CAE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7107677" y="3044553"/>
            <a:ext cx="1983085" cy="4254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811101-F957-458E-B05D-FABDACDCAFCF}"/>
              </a:ext>
            </a:extLst>
          </p:cNvPr>
          <p:cNvSpPr txBox="1"/>
          <p:nvPr/>
        </p:nvSpPr>
        <p:spPr>
          <a:xfrm>
            <a:off x="9322415" y="3285367"/>
            <a:ext cx="2198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user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/ </a:t>
            </a:r>
            <a:r>
              <a:rPr lang="en-US" dirty="0" err="1"/>
              <a:t>sửa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C1F46-36F9-42C4-A187-2A7708E63286}"/>
              </a:ext>
            </a:extLst>
          </p:cNvPr>
          <p:cNvSpPr txBox="1"/>
          <p:nvPr/>
        </p:nvSpPr>
        <p:spPr>
          <a:xfrm>
            <a:off x="9113207" y="32853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F5F83-9507-451D-825F-A55396529C1A}"/>
              </a:ext>
            </a:extLst>
          </p:cNvPr>
          <p:cNvSpPr txBox="1"/>
          <p:nvPr/>
        </p:nvSpPr>
        <p:spPr>
          <a:xfrm>
            <a:off x="4027254" y="23792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6D20D4-2669-4376-8208-E0B20C7D446B}"/>
              </a:ext>
            </a:extLst>
          </p:cNvPr>
          <p:cNvSpPr/>
          <p:nvPr/>
        </p:nvSpPr>
        <p:spPr>
          <a:xfrm>
            <a:off x="792387" y="5118339"/>
            <a:ext cx="822404" cy="595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D5E3E-0EA2-4820-91ED-FE46BD913A55}"/>
              </a:ext>
            </a:extLst>
          </p:cNvPr>
          <p:cNvSpPr txBox="1"/>
          <p:nvPr/>
        </p:nvSpPr>
        <p:spPr>
          <a:xfrm>
            <a:off x="2701096" y="1574106"/>
            <a:ext cx="678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/ </a:t>
            </a:r>
            <a:r>
              <a:rPr lang="en-US" dirty="0" err="1"/>
              <a:t>sửa</a:t>
            </a:r>
            <a:r>
              <a:rPr lang="en-US" dirty="0"/>
              <a:t> user (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F98D9-CCDE-4C6D-9CE2-9AA1A66AA25B}"/>
              </a:ext>
            </a:extLst>
          </p:cNvPr>
          <p:cNvSpPr txBox="1"/>
          <p:nvPr/>
        </p:nvSpPr>
        <p:spPr>
          <a:xfrm>
            <a:off x="2168718" y="46419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44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6C893C9-ED5D-4CAE-B93F-B7607743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861" y="2029832"/>
            <a:ext cx="4941522" cy="323272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3C588A0-DEB1-4E06-AC42-45703A4C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Giao </a:t>
            </a:r>
            <a:r>
              <a:rPr lang="en-US" b="1" dirty="0" err="1"/>
              <a:t>diện</a:t>
            </a:r>
            <a:r>
              <a:rPr lang="en-US" b="1" dirty="0"/>
              <a:t> user </a:t>
            </a:r>
            <a:r>
              <a:rPr lang="en-US" b="1" dirty="0" err="1"/>
              <a:t>công</a:t>
            </a:r>
            <a:r>
              <a:rPr lang="en-US" b="1" dirty="0"/>
              <a:t> 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04B8B-6D64-4325-97E5-04C883251DAD}"/>
              </a:ext>
            </a:extLst>
          </p:cNvPr>
          <p:cNvSpPr/>
          <p:nvPr/>
        </p:nvSpPr>
        <p:spPr>
          <a:xfrm>
            <a:off x="4104861" y="2221248"/>
            <a:ext cx="1238867" cy="1319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E7D2A1-DF88-4B7B-9567-F6E212CF3395}"/>
              </a:ext>
            </a:extLst>
          </p:cNvPr>
          <p:cNvSpPr/>
          <p:nvPr/>
        </p:nvSpPr>
        <p:spPr>
          <a:xfrm>
            <a:off x="4104861" y="3590972"/>
            <a:ext cx="1238867" cy="16326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891912-8F28-429F-9CE3-3541F4512957}"/>
              </a:ext>
            </a:extLst>
          </p:cNvPr>
          <p:cNvSpPr/>
          <p:nvPr/>
        </p:nvSpPr>
        <p:spPr>
          <a:xfrm>
            <a:off x="5343728" y="2221249"/>
            <a:ext cx="3702655" cy="29214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598C8-735B-4893-B36A-8182C250B4FC}"/>
              </a:ext>
            </a:extLst>
          </p:cNvPr>
          <p:cNvSpPr txBox="1"/>
          <p:nvPr/>
        </p:nvSpPr>
        <p:spPr>
          <a:xfrm>
            <a:off x="643646" y="2153055"/>
            <a:ext cx="1521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thông</a:t>
            </a:r>
            <a:r>
              <a:rPr lang="en-US" dirty="0"/>
              <a:t> tin 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88E9A-C073-4AE2-B9C8-15FFA5A9FD11}"/>
              </a:ext>
            </a:extLst>
          </p:cNvPr>
          <p:cNvSpPr txBox="1"/>
          <p:nvPr/>
        </p:nvSpPr>
        <p:spPr>
          <a:xfrm>
            <a:off x="520429" y="4407311"/>
            <a:ext cx="2239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5AFC37-4B16-4EC8-A6F6-DD82123E287F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2165088" y="2476221"/>
            <a:ext cx="1939773" cy="4048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DF68AA-61C4-416C-906E-861CC416536E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622288" y="4407312"/>
            <a:ext cx="1482573" cy="357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A44597-A30F-4B10-AC82-40D00525D2D8}"/>
              </a:ext>
            </a:extLst>
          </p:cNvPr>
          <p:cNvSpPr txBox="1"/>
          <p:nvPr/>
        </p:nvSpPr>
        <p:spPr>
          <a:xfrm>
            <a:off x="9980579" y="2799386"/>
            <a:ext cx="2211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593BA2-5FE4-4A84-AAAA-755FA0A921AA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9046383" y="3261051"/>
            <a:ext cx="934196" cy="502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81536E-5B6C-4EFD-842D-94B7DB658653}"/>
              </a:ext>
            </a:extLst>
          </p:cNvPr>
          <p:cNvSpPr txBox="1"/>
          <p:nvPr/>
        </p:nvSpPr>
        <p:spPr>
          <a:xfrm>
            <a:off x="9450069" y="3701905"/>
            <a:ext cx="2853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them </a:t>
            </a:r>
            <a:r>
              <a:rPr lang="en-US" sz="1200" dirty="0" err="1"/>
              <a:t>sinh</a:t>
            </a:r>
            <a:r>
              <a:rPr lang="en-US" sz="1200" dirty="0"/>
              <a:t> </a:t>
            </a:r>
            <a:r>
              <a:rPr lang="en-US" sz="1200" dirty="0" err="1"/>
              <a:t>viên</a:t>
            </a:r>
            <a:r>
              <a:rPr lang="en-US" sz="1200" dirty="0"/>
              <a:t> </a:t>
            </a:r>
            <a:r>
              <a:rPr lang="en-US" sz="1200" dirty="0" err="1"/>
              <a:t>trực</a:t>
            </a:r>
            <a:r>
              <a:rPr lang="en-US" sz="1200" dirty="0"/>
              <a:t> </a:t>
            </a:r>
            <a:r>
              <a:rPr lang="en-US" sz="1200" dirty="0" err="1"/>
              <a:t>tiếp</a:t>
            </a:r>
            <a:r>
              <a:rPr lang="en-US" sz="1200" dirty="0"/>
              <a:t> </a:t>
            </a:r>
            <a:r>
              <a:rPr lang="en-US" sz="1200" dirty="0" err="1"/>
              <a:t>trên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692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C588A0-DEB1-4E06-AC42-45703A4C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Giao </a:t>
            </a:r>
            <a:r>
              <a:rPr lang="en-US" b="1" dirty="0" err="1"/>
              <a:t>diện</a:t>
            </a:r>
            <a:r>
              <a:rPr lang="en-US" b="1" dirty="0"/>
              <a:t> user </a:t>
            </a:r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F986929-31AE-49D7-A165-D7F94F86A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861" y="2068746"/>
            <a:ext cx="5148846" cy="3135448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D04B8B-6D64-4325-97E5-04C883251DAD}"/>
              </a:ext>
            </a:extLst>
          </p:cNvPr>
          <p:cNvSpPr/>
          <p:nvPr/>
        </p:nvSpPr>
        <p:spPr>
          <a:xfrm>
            <a:off x="4104861" y="2341122"/>
            <a:ext cx="1238867" cy="11997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E7D2A1-DF88-4B7B-9567-F6E212CF3395}"/>
              </a:ext>
            </a:extLst>
          </p:cNvPr>
          <p:cNvSpPr/>
          <p:nvPr/>
        </p:nvSpPr>
        <p:spPr>
          <a:xfrm>
            <a:off x="4104861" y="3590972"/>
            <a:ext cx="1238867" cy="16326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891912-8F28-429F-9CE3-3541F4512957}"/>
              </a:ext>
            </a:extLst>
          </p:cNvPr>
          <p:cNvSpPr/>
          <p:nvPr/>
        </p:nvSpPr>
        <p:spPr>
          <a:xfrm>
            <a:off x="5343728" y="2341121"/>
            <a:ext cx="3909979" cy="2801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598C8-735B-4893-B36A-8182C250B4FC}"/>
              </a:ext>
            </a:extLst>
          </p:cNvPr>
          <p:cNvSpPr txBox="1"/>
          <p:nvPr/>
        </p:nvSpPr>
        <p:spPr>
          <a:xfrm>
            <a:off x="643646" y="2153055"/>
            <a:ext cx="1521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thông</a:t>
            </a:r>
            <a:r>
              <a:rPr lang="en-US" dirty="0"/>
              <a:t> tin 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88E9A-C073-4AE2-B9C8-15FFA5A9FD11}"/>
              </a:ext>
            </a:extLst>
          </p:cNvPr>
          <p:cNvSpPr txBox="1"/>
          <p:nvPr/>
        </p:nvSpPr>
        <p:spPr>
          <a:xfrm>
            <a:off x="520429" y="4407311"/>
            <a:ext cx="2239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5AFC37-4B16-4EC8-A6F6-DD82123E287F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>
            <a:off x="2165088" y="2476221"/>
            <a:ext cx="1939773" cy="4647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DF68AA-61C4-416C-906E-861CC416536E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622288" y="4407312"/>
            <a:ext cx="1482573" cy="357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A44597-A30F-4B10-AC82-40D00525D2D8}"/>
              </a:ext>
            </a:extLst>
          </p:cNvPr>
          <p:cNvSpPr txBox="1"/>
          <p:nvPr/>
        </p:nvSpPr>
        <p:spPr>
          <a:xfrm>
            <a:off x="9980579" y="2799386"/>
            <a:ext cx="2211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lí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593BA2-5FE4-4A84-AAAA-755FA0A921AA}"/>
              </a:ext>
            </a:extLst>
          </p:cNvPr>
          <p:cNvCxnSpPr>
            <a:cxnSpLocks/>
          </p:cNvCxnSpPr>
          <p:nvPr/>
        </p:nvCxnSpPr>
        <p:spPr>
          <a:xfrm flipH="1" flipV="1">
            <a:off x="9253707" y="3261051"/>
            <a:ext cx="726872" cy="1176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81536E-5B6C-4EFD-842D-94B7DB658653}"/>
              </a:ext>
            </a:extLst>
          </p:cNvPr>
          <p:cNvSpPr txBox="1"/>
          <p:nvPr/>
        </p:nvSpPr>
        <p:spPr>
          <a:xfrm>
            <a:off x="9450069" y="3701905"/>
            <a:ext cx="2853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them </a:t>
            </a:r>
            <a:r>
              <a:rPr lang="en-US" sz="1200" dirty="0" err="1"/>
              <a:t>sinh</a:t>
            </a:r>
            <a:r>
              <a:rPr lang="en-US" sz="1200" dirty="0"/>
              <a:t> </a:t>
            </a:r>
            <a:r>
              <a:rPr lang="en-US" sz="1200" dirty="0" err="1"/>
              <a:t>viên</a:t>
            </a:r>
            <a:r>
              <a:rPr lang="en-US" sz="1200" dirty="0"/>
              <a:t> </a:t>
            </a:r>
            <a:r>
              <a:rPr lang="en-US" sz="1200" dirty="0" err="1"/>
              <a:t>trực</a:t>
            </a:r>
            <a:r>
              <a:rPr lang="en-US" sz="1200" dirty="0"/>
              <a:t> </a:t>
            </a:r>
            <a:r>
              <a:rPr lang="en-US" sz="1200" dirty="0" err="1"/>
              <a:t>tiếp</a:t>
            </a:r>
            <a:r>
              <a:rPr lang="en-US" sz="1200" dirty="0"/>
              <a:t> </a:t>
            </a:r>
            <a:r>
              <a:rPr lang="en-US" sz="1200" dirty="0" err="1"/>
              <a:t>trên</a:t>
            </a:r>
            <a:r>
              <a:rPr lang="en-US" sz="1200" dirty="0"/>
              <a:t> </a:t>
            </a:r>
            <a:r>
              <a:rPr lang="en-US" sz="1200" dirty="0" err="1"/>
              <a:t>bảng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443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C588A0-DEB1-4E06-AC42-45703A4C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Giao </a:t>
            </a:r>
            <a:r>
              <a:rPr lang="en-US" b="1" dirty="0" err="1"/>
              <a:t>diện</a:t>
            </a:r>
            <a:r>
              <a:rPr lang="en-US" b="1" dirty="0"/>
              <a:t> user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DD7CF4-F0B5-4E8A-A11A-DEF4DF82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97" y="2046775"/>
            <a:ext cx="4923542" cy="294883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0D4FDF8-B3C1-4B79-89F8-F37C2CADE5A0}"/>
              </a:ext>
            </a:extLst>
          </p:cNvPr>
          <p:cNvSpPr/>
          <p:nvPr/>
        </p:nvSpPr>
        <p:spPr>
          <a:xfrm>
            <a:off x="4965297" y="2175854"/>
            <a:ext cx="4923542" cy="1624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985BB-7736-45EB-B538-FC56ED755B76}"/>
              </a:ext>
            </a:extLst>
          </p:cNvPr>
          <p:cNvSpPr txBox="1"/>
          <p:nvPr/>
        </p:nvSpPr>
        <p:spPr>
          <a:xfrm>
            <a:off x="564204" y="2114145"/>
            <a:ext cx="26759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Panel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csdl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ô </a:t>
            </a:r>
            <a:r>
              <a:rPr lang="en-US" dirty="0" err="1"/>
              <a:t>trắng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update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csdl</a:t>
            </a:r>
            <a:r>
              <a:rPr lang="en-US" dirty="0"/>
              <a:t>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B5AC99E-DCCC-44B2-93F8-816238AA4044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3240157" y="2988063"/>
            <a:ext cx="1725140" cy="1417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84FACB3-107A-4817-8973-1200AF5C4F0F}"/>
              </a:ext>
            </a:extLst>
          </p:cNvPr>
          <p:cNvSpPr/>
          <p:nvPr/>
        </p:nvSpPr>
        <p:spPr>
          <a:xfrm>
            <a:off x="4965297" y="3800272"/>
            <a:ext cx="4923542" cy="11953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14A68-26BA-4534-AF02-5F9241FC18A5}"/>
              </a:ext>
            </a:extLst>
          </p:cNvPr>
          <p:cNvSpPr txBox="1"/>
          <p:nvPr/>
        </p:nvSpPr>
        <p:spPr>
          <a:xfrm>
            <a:off x="1335341" y="5258179"/>
            <a:ext cx="2032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9E86C3-E821-4EAA-ACF8-74274B70B65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367629" y="4627665"/>
            <a:ext cx="1597668" cy="8151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18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394F67A-1580-4492-B78C-0D74AB39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hỗ</a:t>
            </a:r>
            <a:r>
              <a:rPr lang="en-US" b="1" dirty="0"/>
              <a:t> </a:t>
            </a:r>
            <a:r>
              <a:rPr lang="en-US" b="1" dirty="0" err="1"/>
              <a:t>trợ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FA7979-069B-4031-84F3-34FCCB232D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nộp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(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181B23-415E-418E-81EA-CFA482BCD2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967338-6F65-41F8-9644-56727F9F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70" y="2594113"/>
            <a:ext cx="3820058" cy="2314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EC30B7-2579-4763-A77C-F8C3A426A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030" y="2570921"/>
            <a:ext cx="4033279" cy="24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5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474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Phần I. Tổng quan về chương trình</vt:lpstr>
      <vt:lpstr>1. Giao diện đăng nhập</vt:lpstr>
      <vt:lpstr>2. Các giao diện user:</vt:lpstr>
      <vt:lpstr>2. Các giao diện user:</vt:lpstr>
      <vt:lpstr>Phần II. Nội dung hệ thống</vt:lpstr>
      <vt:lpstr>1. Giao diện đăng nhập</vt:lpstr>
      <vt:lpstr>1. Giao diện đăng nhập</vt:lpstr>
      <vt:lpstr>2. Giao diện user Admin</vt:lpstr>
      <vt:lpstr>2. Giao diện user Admin</vt:lpstr>
      <vt:lpstr>2. Giao diện user Admin</vt:lpstr>
      <vt:lpstr>3. Giao diện user công ty</vt:lpstr>
      <vt:lpstr>4. Giao diện user giảng viên</vt:lpstr>
      <vt:lpstr>5. Giao diện user sinh viên</vt:lpstr>
      <vt:lpstr>6. Các giao diện hỗ trợ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Phát Đào</dc:creator>
  <cp:lastModifiedBy>Phát Đào</cp:lastModifiedBy>
  <cp:revision>9</cp:revision>
  <dcterms:created xsi:type="dcterms:W3CDTF">2025-11-26T07:30:25Z</dcterms:created>
  <dcterms:modified xsi:type="dcterms:W3CDTF">2025-11-26T08:35:28Z</dcterms:modified>
</cp:coreProperties>
</file>